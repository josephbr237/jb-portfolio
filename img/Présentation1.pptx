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F2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252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27ADAC-3EC2-5890-7998-C1AE246B6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7F86F70-23F4-C468-4B3B-AD381C587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99EF6A-B7D0-F2AF-5C21-734D72AC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C83378-7850-AEF8-25D1-C411D664D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27F2F9-5C27-9EB4-6A3E-778AD573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88984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5BC7A-090A-4909-02DF-37BB3087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DF2D0C-A09A-0DB3-C14B-F8C3BF426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79C197-49D4-A302-12BF-D0875D11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C89C9F-753F-C15E-43EA-3614B86C4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18028E-3DDF-1AEA-8FB6-BA8F06E3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853455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851DC8-C8E9-3BBC-67C1-47F00374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8480C0-91E1-DAB2-DBD2-073141CA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8AB211-1AA6-76B4-1B41-B0866B48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A71838-196E-5228-847A-2410B3E9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931C13-3695-70E9-8B26-B004F51C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94122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2B8DBC-5EF8-2726-266C-EB23C595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ABA837-1667-0E69-3491-9490FB530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D9DA91E-9309-1F1A-65B5-ACA6E213F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81F926-C456-C4F5-140E-A59FD1EF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2B9D1D-01E8-2CAD-A89F-30B80EA5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ABC52A-F0AD-BFB3-483B-953FAD9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99595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7AF48E-B220-6B38-57E7-20E1E821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F6B918-9B0A-F8BE-D7D9-338F7A137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103F7E-7767-DE3E-F4E9-846B4D2BB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466D03-CD46-A86B-54EE-E235DAAC4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764E613-5A3B-B9B4-9811-F1D1A86ED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AAE7C9E-2E51-E957-C9C9-E2E5FFB9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A51D3C7-A6BD-502E-0074-4C287595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A17A2C-FF21-896F-426E-F85D55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65586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FA85A-407F-EBB7-9806-01C44E9E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2477FC-971D-EFA3-D0E9-BFC64784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198113-EC20-4289-0123-B2381593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F1CC07-01D8-901D-31D9-5E32B15D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63566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72380B-6764-D5A7-4E01-9356F53C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B54D41-F6E4-DEB7-926B-E3114FC1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D96A2B-F870-6371-82F2-D024701E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88254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E7084D-D8C8-F501-5C4D-19A8FF64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2795E3-9517-BBBB-AB1E-6FC41BD3B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C9D5C3-6B88-A7C9-49B8-79821E912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7634C8-55F9-DD87-CBDA-21001FE0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13510B-1978-B936-B1BC-E5FD7D94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6F32EF-C0F9-FCAF-194C-B4D0EE33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85099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73D7B-38CF-3CB5-7902-0DF4B9ED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41F16E2-324F-3D13-7334-5328B5099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M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9D9C6C-D3A2-47EE-10F8-A912D547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DF9CB3-B28B-4590-777C-B500DF1F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9D4481-8361-ACE6-9AB7-5DE85830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E972AD-50F2-BA84-92BA-F313340A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73259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2768A-5817-941E-D1B1-82DC49DA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214563-2CAA-74B6-8F4D-4CC78A0E7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FA793D-4444-E0B9-D058-B64DFDCD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B1A88F-E3D2-C7EE-FFE5-9131BA3E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31F62F-F77D-27C1-7785-A2F19567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63693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3E6BFFE-45C1-505A-FDDE-09AEDFFFA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E5CEA3-A2C8-2813-E346-B67231757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9F95BA-58D8-545C-6E17-670366F79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2481B2-9EDC-C5B8-738D-CB8DA1C8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2D2FD7-1DB7-13B4-E5C8-73712D76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32591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A26614-F2D9-8A23-7E86-27D9B793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7E3D10-15AF-3D7D-BFAC-B83768ADA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C56B0F-7713-4286-5CBA-D3570FADB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062FC-A3CF-48F2-9C6D-B239F3632899}" type="datetimeFigureOut">
              <a:rPr lang="fr-CM" smtClean="0"/>
              <a:t>14/05/2026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C3F503-750D-D500-58B7-6A2E1C1A1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E84103-3412-1AD2-728B-8E7EFE150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2AF4A-7DD1-4FB8-B7A7-1D93882BF13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18725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96A5EC91-AAA5-63CB-FA98-7842E9F3D06D}"/>
              </a:ext>
            </a:extLst>
          </p:cNvPr>
          <p:cNvGrpSpPr/>
          <p:nvPr/>
        </p:nvGrpSpPr>
        <p:grpSpPr>
          <a:xfrm>
            <a:off x="3519249" y="3574243"/>
            <a:ext cx="5336381" cy="1987550"/>
            <a:chOff x="3051591" y="2758903"/>
            <a:chExt cx="5336381" cy="19875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936B01-DB79-73B9-8928-DA57C8BB8055}"/>
                </a:ext>
              </a:extLst>
            </p:cNvPr>
            <p:cNvSpPr/>
            <p:nvPr/>
          </p:nvSpPr>
          <p:spPr>
            <a:xfrm>
              <a:off x="3051591" y="2758903"/>
              <a:ext cx="5336381" cy="198755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/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F53F3754-C229-8BD2-3602-844A9405E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84616">
              <a:off x="6309290" y="3196676"/>
              <a:ext cx="1808557" cy="1076087"/>
            </a:xfrm>
            <a:prstGeom prst="rect">
              <a:avLst/>
            </a:prstGeom>
            <a:effectLst>
              <a:glow rad="139700">
                <a:srgbClr val="1F2937">
                  <a:alpha val="40000"/>
                </a:srgbClr>
              </a:glow>
              <a:outerShdw blurRad="63500" sx="102000" sy="102000" algn="ctr" rotWithShape="0">
                <a:prstClr val="black">
                  <a:alpha val="40000"/>
                </a:prstClr>
              </a:outerShdw>
              <a:softEdge rad="31750"/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44F711-CDFF-CBE1-AACB-2A2E1A058D37}"/>
                </a:ext>
              </a:extLst>
            </p:cNvPr>
            <p:cNvSpPr/>
            <p:nvPr/>
          </p:nvSpPr>
          <p:spPr>
            <a:xfrm>
              <a:off x="6019800" y="2758903"/>
              <a:ext cx="2368172" cy="1987550"/>
            </a:xfrm>
            <a:prstGeom prst="rect">
              <a:avLst/>
            </a:prstGeom>
            <a:gradFill flip="none" rotWithShape="1">
              <a:gsLst>
                <a:gs pos="0">
                  <a:srgbClr val="1F2937"/>
                </a:gs>
                <a:gs pos="100000">
                  <a:srgbClr val="1F2937">
                    <a:alpha val="14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FBC290BB-5B4B-B3A5-099A-88B1DE0F280E}"/>
              </a:ext>
            </a:extLst>
          </p:cNvPr>
          <p:cNvGrpSpPr/>
          <p:nvPr/>
        </p:nvGrpSpPr>
        <p:grpSpPr>
          <a:xfrm>
            <a:off x="3519249" y="1089429"/>
            <a:ext cx="5336381" cy="1987550"/>
            <a:chOff x="383401" y="123998"/>
            <a:chExt cx="5336381" cy="19875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0A6CCC-29EA-9F11-8AF6-B15B8D4D88E5}"/>
                </a:ext>
              </a:extLst>
            </p:cNvPr>
            <p:cNvSpPr/>
            <p:nvPr/>
          </p:nvSpPr>
          <p:spPr>
            <a:xfrm>
              <a:off x="383401" y="123998"/>
              <a:ext cx="5336381" cy="198755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D60E7C4-8BB8-623F-387D-CB9090954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716" t="6890" r="4617" b="7539"/>
            <a:stretch/>
          </p:blipFill>
          <p:spPr>
            <a:xfrm rot="1009239">
              <a:off x="4423190" y="339958"/>
              <a:ext cx="1032496" cy="1555628"/>
            </a:xfrm>
            <a:prstGeom prst="roundRect">
              <a:avLst>
                <a:gd name="adj" fmla="val 4967"/>
              </a:avLst>
            </a:prstGeom>
            <a:effectLst>
              <a:outerShdw blurRad="558800" sx="92000" sy="9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BD0924-DD9D-AD89-6552-E08186543D35}"/>
                </a:ext>
              </a:extLst>
            </p:cNvPr>
            <p:cNvSpPr/>
            <p:nvPr/>
          </p:nvSpPr>
          <p:spPr>
            <a:xfrm>
              <a:off x="3609742" y="123998"/>
              <a:ext cx="2110040" cy="1987550"/>
            </a:xfrm>
            <a:prstGeom prst="rect">
              <a:avLst/>
            </a:prstGeom>
            <a:gradFill flip="none" rotWithShape="1">
              <a:gsLst>
                <a:gs pos="0">
                  <a:srgbClr val="1F2937"/>
                </a:gs>
                <a:gs pos="100000">
                  <a:srgbClr val="1F2937">
                    <a:alpha val="14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/>
            </a:p>
          </p:txBody>
        </p:sp>
      </p:grpSp>
    </p:spTree>
    <p:extLst>
      <p:ext uri="{BB962C8B-B14F-4D97-AF65-F5344CB8AC3E}">
        <p14:creationId xmlns:p14="http://schemas.microsoft.com/office/powerpoint/2010/main" val="311677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2F225C0-16BE-3654-4F99-01ADE2B3DF69}"/>
              </a:ext>
            </a:extLst>
          </p:cNvPr>
          <p:cNvSpPr/>
          <p:nvPr/>
        </p:nvSpPr>
        <p:spPr>
          <a:xfrm>
            <a:off x="677400" y="2293531"/>
            <a:ext cx="4284000" cy="321191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87" b="-3875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DABDD0-5745-7EBC-5140-35871C701CBB}"/>
              </a:ext>
            </a:extLst>
          </p:cNvPr>
          <p:cNvSpPr/>
          <p:nvPr/>
        </p:nvSpPr>
        <p:spPr>
          <a:xfrm>
            <a:off x="677398" y="2293530"/>
            <a:ext cx="4284000" cy="3211916"/>
          </a:xfrm>
          <a:prstGeom prst="rect">
            <a:avLst/>
          </a:prstGeom>
          <a:solidFill>
            <a:srgbClr val="00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C6B2CBD-20D0-82C3-0FB0-C8C42B6C557B}"/>
              </a:ext>
            </a:extLst>
          </p:cNvPr>
          <p:cNvSpPr txBox="1"/>
          <p:nvPr/>
        </p:nvSpPr>
        <p:spPr>
          <a:xfrm>
            <a:off x="677400" y="2564669"/>
            <a:ext cx="428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400" dirty="0">
                <a:solidFill>
                  <a:schemeClr val="bg1"/>
                </a:solidFill>
                <a:latin typeface="Impact" panose="020B0806030902050204" pitchFamily="34" charset="0"/>
              </a:rPr>
              <a:t>JAVASCRIPT TUTORIALS</a:t>
            </a:r>
            <a:endParaRPr lang="fr-CM" sz="3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D560C03-3498-7483-5818-89D60562F62B}"/>
              </a:ext>
            </a:extLst>
          </p:cNvPr>
          <p:cNvSpPr txBox="1"/>
          <p:nvPr/>
        </p:nvSpPr>
        <p:spPr>
          <a:xfrm>
            <a:off x="677400" y="3330586"/>
            <a:ext cx="428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Impact" panose="020B0806030902050204" pitchFamily="34" charset="0"/>
              </a:rPr>
              <a:t>SYNTAX</a:t>
            </a:r>
            <a:endParaRPr lang="fr-CM" sz="2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00581C39-EF34-55CC-F166-60606B791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" t="2939" r="3073" b="47639"/>
          <a:stretch/>
        </p:blipFill>
        <p:spPr>
          <a:xfrm>
            <a:off x="677400" y="4298655"/>
            <a:ext cx="4284000" cy="2451686"/>
          </a:xfrm>
          <a:prstGeom prst="chord">
            <a:avLst>
              <a:gd name="adj1" fmla="val 10869747"/>
              <a:gd name="adj2" fmla="val 21532748"/>
            </a:avLst>
          </a:prstGeom>
        </p:spPr>
      </p:pic>
      <p:sp>
        <p:nvSpPr>
          <p:cNvPr id="41" name="Arc partiel 40">
            <a:extLst>
              <a:ext uri="{FF2B5EF4-FFF2-40B4-BE49-F238E27FC236}">
                <a16:creationId xmlns:a16="http://schemas.microsoft.com/office/drawing/2014/main" id="{2EC82018-9625-E236-5225-97C145B893FD}"/>
              </a:ext>
            </a:extLst>
          </p:cNvPr>
          <p:cNvSpPr/>
          <p:nvPr/>
        </p:nvSpPr>
        <p:spPr>
          <a:xfrm rot="5400000">
            <a:off x="1615198" y="3360857"/>
            <a:ext cx="2408401" cy="4284000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1">
              <a:lumMod val="60000"/>
              <a:lumOff val="40000"/>
              <a:alpha val="77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>
              <a:solidFill>
                <a:schemeClr val="tx1"/>
              </a:solidFill>
            </a:endParaRP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605AD7B1-0068-3D5C-6393-174994B8E222}"/>
              </a:ext>
            </a:extLst>
          </p:cNvPr>
          <p:cNvGrpSpPr/>
          <p:nvPr/>
        </p:nvGrpSpPr>
        <p:grpSpPr>
          <a:xfrm>
            <a:off x="2258499" y="4338058"/>
            <a:ext cx="1121797" cy="1121797"/>
            <a:chOff x="5524653" y="3921179"/>
            <a:chExt cx="585665" cy="585665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7DCB4C7C-DD5A-C51A-2A85-C7D0E2DEDA07}"/>
                </a:ext>
              </a:extLst>
            </p:cNvPr>
            <p:cNvSpPr/>
            <p:nvPr/>
          </p:nvSpPr>
          <p:spPr>
            <a:xfrm>
              <a:off x="5524653" y="3921179"/>
              <a:ext cx="585665" cy="5856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CM"/>
            </a:p>
          </p:txBody>
        </p:sp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05976B31-F2EF-90C0-C23C-7BDCB322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23546" y="4020074"/>
              <a:ext cx="387880" cy="387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327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8351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</Words>
  <Application>Microsoft Office PowerPoint</Application>
  <PresentationFormat>Grand écran</PresentationFormat>
  <Paragraphs>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Impact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Brayan</dc:creator>
  <cp:lastModifiedBy>Joseph Brayan</cp:lastModifiedBy>
  <cp:revision>3</cp:revision>
  <dcterms:created xsi:type="dcterms:W3CDTF">2026-05-10T22:44:58Z</dcterms:created>
  <dcterms:modified xsi:type="dcterms:W3CDTF">2026-05-14T03:15:04Z</dcterms:modified>
</cp:coreProperties>
</file>