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3053F0-7905-D6C0-AD73-521CE3DD5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F3C179-6817-98A8-21D4-D40494E6B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C67219-B1F5-4C37-E2FD-A6F29F75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27D5C2-5D89-6019-F97D-49A4AAB7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9B2210-23D0-998D-A7FF-D625B34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90125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D399F4-668C-E5BE-3C23-936DAA0A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13E835-B0A0-A388-64D4-426986660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9D1C9C-AF07-16D6-13B0-02724E17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840F9D-288A-990B-0F92-523FEC0D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75E1C2-8BDF-BE35-B347-6491C71A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69917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E69016-215A-C43E-3081-2F6D864A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4A3BF1-781B-0852-1315-BB85354B1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176AF3-4BF4-3532-2408-B2F8F86A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0082AE-7ACD-5689-FDB4-1ECD4A98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D21925-0AAB-7AD6-84DB-048EEC34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45217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C1142-2DAB-3D57-35B0-E78DFE2B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460189-FCCC-9349-864E-395809118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7C4554-FB5C-75F1-116C-CF5A8DD7B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89F7DA-6772-B360-0563-A46419BE7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BA39D3-1D25-C248-11FC-BDBEA7B7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FECF6B-AE0D-D2FD-84A7-4D7F00E0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18411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432878-53A8-E54E-90AE-92E4ED8F2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16CF8B-6BB6-1EDF-D765-B3AB152C4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8D14F3-C6C6-1B84-EE6C-3FB6825B3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BFE34CC-4DAA-C43A-D1FF-2B3357738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759B5B-C52B-3551-23E6-6AA0DA264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0B2CF1-E9E0-71AB-BC59-183B99FD1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3BAC026-50AC-2CA0-61E0-BC6499A7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0AB5300-F6EB-E2CC-54D1-8FF34FCB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98115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F7894-9F75-5E20-ECE3-C91A5976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700F87B-DB05-AF08-754F-1A5588B55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BA3EC8B-E74B-75DA-BD19-C7D26D00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EB09D3-D1B0-2897-2DE8-BC80EC32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50904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CAFA34D-A54F-0921-6C84-17F816567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CF6B211-F8D0-8F45-D607-E96A551D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FCF87B-44DF-9995-FD5E-DEC20383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05866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ED033A-10FD-AE97-4608-9D59A7746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C51E06-625C-45E0-01EE-B67B4A116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A812205-02C7-3E93-0192-FB6B6E7CB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72234D-5CB7-D6E2-6FDA-0677599B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4F473F-E05D-2C8D-28DF-58459B7A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814022-7F90-5837-D4A0-07AEA2B8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222040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36268F-4EE5-4EC7-138A-E0B6BDD6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28D0A73-5B02-06AD-B59F-8836617A3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M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953EB7-A4D0-B0CF-FE6C-D75298C2B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41DE3D-1A99-5E8C-3111-482912B3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22AA0B-C4C5-2B55-8C9C-5CA86D54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8B7299-585F-E473-5A76-99D343AE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21517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0A798-2368-F941-6A50-7A533303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C545BA6-E001-F1D7-F2F1-984DCC8BA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64C766-564A-C086-C7F1-93AB005B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0626A-FB40-8CC4-96AA-BB99A9C8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F67197-0F38-3F3A-F2D8-6E022DA4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45584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02F86A3-4F1A-83FE-6321-024FCB66E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34FA03-104E-1933-C271-19C29A0DD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EB1928-6605-EDD4-21F1-B0CD75933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C2F0BF-DD20-F980-E473-EC90FBFD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E66C9B-7746-9425-0C85-320280C1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88201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0B00993-B0F0-6187-C544-041A39B2F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55FC5F-9B3C-E906-AEE3-FFA1304C9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5B1260-A5A6-B41C-44C3-905783F2B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CDDE2-02D5-44F2-93BC-FB35B3E1DC21}" type="datetimeFigureOut">
              <a:rPr lang="fr-CM" smtClean="0"/>
              <a:t>27/04/2026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98FE7F-7282-6E62-D381-294DB7AF8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C43831-5C74-79D2-AE83-C1574F5D4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B67DA-EB02-48C1-81BE-B77DD26CF769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034413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3CCD8A-CE2B-AF84-BA2E-06EE829946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7CF2320-2280-F615-6E7A-F25E8B926A56}"/>
              </a:ext>
            </a:extLst>
          </p:cNvPr>
          <p:cNvSpPr txBox="1"/>
          <p:nvPr/>
        </p:nvSpPr>
        <p:spPr>
          <a:xfrm>
            <a:off x="2282025" y="1905506"/>
            <a:ext cx="76279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SELECT 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A VIDEO </a:t>
            </a:r>
            <a:r>
              <a:rPr lang="fr-FR" sz="4800" dirty="0">
                <a:solidFill>
                  <a:schemeClr val="bg1"/>
                </a:solidFill>
                <a:latin typeface="Arial Black" panose="020B0A04020102020204" pitchFamily="34" charset="0"/>
              </a:rPr>
              <a:t>😃📹</a:t>
            </a:r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TO START 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WATCHING </a:t>
            </a:r>
            <a:r>
              <a:rPr lang="fr-FR" sz="4800" dirty="0">
                <a:solidFill>
                  <a:schemeClr val="bg1"/>
                </a:solidFill>
                <a:latin typeface="Arial Black" panose="020B0A04020102020204" pitchFamily="34" charset="0"/>
              </a:rPr>
              <a:t>😉😁</a:t>
            </a:r>
            <a:endParaRPr lang="en-US" sz="4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91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3CCD8A-CE2B-AF84-BA2E-06EE829946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7CF2320-2280-F615-6E7A-F25E8B926A56}"/>
              </a:ext>
            </a:extLst>
          </p:cNvPr>
          <p:cNvSpPr txBox="1"/>
          <p:nvPr/>
        </p:nvSpPr>
        <p:spPr>
          <a:xfrm>
            <a:off x="2282025" y="1536174"/>
            <a:ext cx="76279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THIS VIDEO 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IS NOT</a:t>
            </a:r>
            <a:r>
              <a:rPr lang="fr-FR" sz="4800" dirty="0">
                <a:solidFill>
                  <a:schemeClr val="bg1"/>
                </a:solidFill>
                <a:latin typeface="Arial Black" panose="020B0A04020102020204" pitchFamily="34" charset="0"/>
              </a:rPr>
              <a:t>🚫</a:t>
            </a:r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AVIALABLE YET</a:t>
            </a:r>
            <a:r>
              <a:rPr lang="fr-FR" sz="4800" dirty="0">
                <a:solidFill>
                  <a:schemeClr val="bg1"/>
                </a:solidFill>
                <a:latin typeface="Arial Black" panose="020B0A04020102020204" pitchFamily="34" charset="0"/>
              </a:rPr>
              <a:t>😖😞</a:t>
            </a:r>
          </a:p>
          <a:p>
            <a:pPr algn="ctr"/>
            <a:r>
              <a:rPr lang="fr-FR" sz="4800" dirty="0">
                <a:solidFill>
                  <a:schemeClr val="bg1"/>
                </a:solidFill>
                <a:latin typeface="Arial Black" panose="020B0A04020102020204" pitchFamily="34" charset="0"/>
              </a:rPr>
              <a:t>PLEASE TRY</a:t>
            </a:r>
          </a:p>
          <a:p>
            <a:pPr algn="ctr"/>
            <a:r>
              <a:rPr lang="fr-FR" sz="4800" dirty="0">
                <a:solidFill>
                  <a:schemeClr val="bg1"/>
                </a:solidFill>
                <a:latin typeface="Arial Black" panose="020B0A04020102020204" pitchFamily="34" charset="0"/>
              </a:rPr>
              <a:t>AGAIN LETTER😉</a:t>
            </a:r>
            <a:endParaRPr lang="en-US" sz="4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5184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</Words>
  <Application>Microsoft Office PowerPoint</Application>
  <PresentationFormat>Grand écran</PresentationFormat>
  <Paragraphs>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Brayan</dc:creator>
  <cp:lastModifiedBy>Joseph Brayan</cp:lastModifiedBy>
  <cp:revision>1</cp:revision>
  <dcterms:created xsi:type="dcterms:W3CDTF">2026-04-27T18:47:39Z</dcterms:created>
  <dcterms:modified xsi:type="dcterms:W3CDTF">2026-04-27T19:05:41Z</dcterms:modified>
</cp:coreProperties>
</file>